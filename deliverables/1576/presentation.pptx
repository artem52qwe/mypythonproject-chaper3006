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0e9b67e3d6415a" /><Relationship Type="http://schemas.openxmlformats.org/officeDocument/2006/relationships/extended-properties" Target="/docProps/app.xml" Id="Rec7e025a153b4246" /><Relationship Type="http://schemas.openxmlformats.org/officeDocument/2006/relationships/officeDocument" Target="/ppt/presentation.xml" Id="Ra0bc64f9327241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b4feae55824f80"/>
  </p:sldMasterIdLst>
  <p:notesMasterIdLst>
    <p:notesMasterId xmlns:r="http://schemas.openxmlformats.org/officeDocument/2006/relationships" r:id="R29b8e487a7244dcf"/>
  </p:notesMasterIdLst>
  <p:sldIdLst>
    <p:sldId xmlns:r="http://schemas.openxmlformats.org/officeDocument/2006/relationships" id="256" r:id="Re47d2081160749af"/>
    <p:sldId xmlns:r="http://schemas.openxmlformats.org/officeDocument/2006/relationships" id="257" r:id="R20217ccb70f24977"/>
    <p:sldId xmlns:r="http://schemas.openxmlformats.org/officeDocument/2006/relationships" id="258" r:id="Rc1d0b017797b46bd"/>
    <p:sldId xmlns:r="http://schemas.openxmlformats.org/officeDocument/2006/relationships" id="259" r:id="R005c279617424005"/>
    <p:sldId xmlns:r="http://schemas.openxmlformats.org/officeDocument/2006/relationships" id="260" r:id="Ra451b23f5ef44df4"/>
    <p:sldId xmlns:r="http://schemas.openxmlformats.org/officeDocument/2006/relationships" id="261" r:id="Ra596c30500cf4b74"/>
    <p:sldId xmlns:r="http://schemas.openxmlformats.org/officeDocument/2006/relationships" id="262" r:id="Ra31913bc494545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c966fbbdeb45ac" /><Relationship Type="http://schemas.openxmlformats.org/officeDocument/2006/relationships/slideMaster" Target="/ppt/slideMasters/slideMaster1.xml" Id="R85b4feae55824f80" /><Relationship Type="http://schemas.openxmlformats.org/officeDocument/2006/relationships/notesMaster" Target="/ppt/notesMasters/notesMaster1.xml" Id="R29b8e487a7244dcf" /><Relationship Type="http://schemas.openxmlformats.org/officeDocument/2006/relationships/presProps" Target="/ppt/presProps.xml" Id="R08e55d8c361d4c82" /><Relationship Type="http://schemas.openxmlformats.org/officeDocument/2006/relationships/tableStyles" Target="/ppt/tableStyles.xml" Id="R223fd247f0b243e4" /><Relationship Type="http://schemas.openxmlformats.org/officeDocument/2006/relationships/slide" Target="/ppt/slides/slide1.xml" Id="Re47d2081160749af" /><Relationship Type="http://schemas.openxmlformats.org/officeDocument/2006/relationships/slide" Target="/ppt/slides/slide2.xml" Id="R20217ccb70f24977" /><Relationship Type="http://schemas.openxmlformats.org/officeDocument/2006/relationships/slide" Target="/ppt/slides/slide3.xml" Id="Rc1d0b017797b46bd" /><Relationship Type="http://schemas.openxmlformats.org/officeDocument/2006/relationships/slide" Target="/ppt/slides/slide4.xml" Id="R005c279617424005" /><Relationship Type="http://schemas.openxmlformats.org/officeDocument/2006/relationships/slide" Target="/ppt/slides/slide5.xml" Id="Ra451b23f5ef44df4" /><Relationship Type="http://schemas.openxmlformats.org/officeDocument/2006/relationships/slide" Target="/ppt/slides/slide6.xml" Id="Ra596c30500cf4b74" /><Relationship Type="http://schemas.openxmlformats.org/officeDocument/2006/relationships/slide" Target="/ppt/slides/slide7.xml" Id="Ra31913bc494545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02f12923b444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33307e52ee4a84" /><Relationship Type="http://schemas.openxmlformats.org/officeDocument/2006/relationships/notesMaster" Target="/ppt/notesMasters/notesMaster1.xml" Id="Rb5557f8bcc6340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2769eb01694c56" /><Relationship Type="http://schemas.openxmlformats.org/officeDocument/2006/relationships/notesMaster" Target="/ppt/notesMasters/notesMaster1.xml" Id="R6e6185e71eda4d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631cc1cffb45ca" /><Relationship Type="http://schemas.openxmlformats.org/officeDocument/2006/relationships/notesMaster" Target="/ppt/notesMasters/notesMaster1.xml" Id="R47a6f25cc70648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72e80da6694908" /><Relationship Type="http://schemas.openxmlformats.org/officeDocument/2006/relationships/notesMaster" Target="/ppt/notesMasters/notesMaster1.xml" Id="Re64cc7fb56324f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05a1e28f3d4ac8" /><Relationship Type="http://schemas.openxmlformats.org/officeDocument/2006/relationships/notesMaster" Target="/ppt/notesMasters/notesMaster1.xml" Id="R950e751cb9f242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9b44d4f9364220" /><Relationship Type="http://schemas.openxmlformats.org/officeDocument/2006/relationships/notesMaster" Target="/ppt/notesMasters/notesMaster1.xml" Id="R4973c2902fca41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dfbb8e03eb493b" /><Relationship Type="http://schemas.openxmlformats.org/officeDocument/2006/relationships/notesMaster" Target="/ppt/notesMasters/notesMaster1.xml" Id="Rcb797687d58a4e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план, реальные встречи не проводились. Источники: https://kanbanguides.org/the-kanban-guide и https://peps.python.org/pep-0008/. Даты являются будущим планом 02–27 ноября 2026. Подробности и риски приведены в сопроводительном отчёте.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план, реальные встречи не проводились. Источники: https://kanbanguides.org/the-kanban-guide и https://peps.python.org/pep-0008/. Даты являются будущим планом 02–27 ноября 2026. Подробности и риски приведены в сопроводительном отчёте.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план, реальные встречи не проводились. Источники: https://kanbanguides.org/the-kanban-guide и https://peps.python.org/pep-0008/. Даты являются будущим планом 02–27 ноября 2026. Подробности и риски приведены в сопроводительном отчёте.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план, реальные встречи не проводились. Источники: https://kanbanguides.org/the-kanban-guide и https://peps.python.org/pep-0008/. Даты являются будущим планом 02–27 ноября 2026. Подробности и риски приведены в сопроводительном отчёте.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план, реальные встречи не проводились. Источники: https://kanbanguides.org/the-kanban-guide и https://peps.python.org/pep-0008/. Даты являются будущим планом 02–27 ноября 2026. Подробности и риски приведены в сопроводительном отчёте.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план, реальные встречи не проводились. Источники: https://kanbanguides.org/the-kanban-guide и https://peps.python.org/pep-0008/. Даты являются будущим планом 02–27 ноября 2026. Подробности и риски приведены в сопроводительном отчёте.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план, реальные встречи не проводились. Источники: https://kanbanguides.org/the-kanban-guide и https://peps.python.org/pep-0008/. Даты являются будущим планом 02–27 ноября 2026. Подробности и риски приведены в сопроводительном отчёте.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2378144ce45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07e7f01e04b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9bfd703554c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bd0ad2b2441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a29aa3b1649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ed3fbd17141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F338E2-900A-4F93-9B36-2CB440B98B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77E284-63E0-45FA-835C-8EA58CC811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0EB41D5-9EFA-4682-A45B-ED6B7B320E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0B88A5-254D-4AB7-BC94-D7A17E490B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9BF8CDF-C7F3-4B4C-8E0E-55982C393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78A12A-5235-4181-B19F-7F53C881A6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71985B-720D-40BC-9E7A-44D493B016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7B05097-B802-4F58-8A4B-89AE10A942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A540D2-4C87-4906-B494-BB58008F0E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E2ADEC-91E4-4549-81AA-CFBD00F569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151b86629f40a4" /><Relationship Type="http://schemas.openxmlformats.org/officeDocument/2006/relationships/slideLayout" Target="/ppt/slideLayouts/slideLayout1.xml" Id="R7d1d7290f2c148f4" /><Relationship Type="http://schemas.openxmlformats.org/officeDocument/2006/relationships/slideLayout" Target="/ppt/slideLayouts/slideLayout2.xml" Id="Rc367ba9ca56243b9" /><Relationship Type="http://schemas.openxmlformats.org/officeDocument/2006/relationships/slideLayout" Target="/ppt/slideLayouts/slideLayout3.xml" Id="R0fa8e92b0cf1441b" /><Relationship Type="http://schemas.openxmlformats.org/officeDocument/2006/relationships/slideLayout" Target="/ppt/slideLayouts/slideLayout4.xml" Id="Rb3b4ef91ac0649bb" /><Relationship Type="http://schemas.openxmlformats.org/officeDocument/2006/relationships/slideLayout" Target="/ppt/slideLayouts/slideLayout5.xml" Id="Rfbb527d16fc048a2" /><Relationship Type="http://schemas.openxmlformats.org/officeDocument/2006/relationships/slideLayout" Target="/ppt/slideLayouts/slideLayout6.xml" Id="R082f6cbe3e7247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1d7290f2c148f4"/>
    <p:sldLayoutId xmlns:r="http://schemas.openxmlformats.org/officeDocument/2006/relationships" id="2147483650" r:id="Rc367ba9ca56243b9"/>
    <p:sldLayoutId xmlns:r="http://schemas.openxmlformats.org/officeDocument/2006/relationships" id="2147483651" r:id="R0fa8e92b0cf1441b"/>
    <p:sldLayoutId xmlns:r="http://schemas.openxmlformats.org/officeDocument/2006/relationships" id="2147483652" r:id="Rb3b4ef91ac0649bb"/>
    <p:sldLayoutId xmlns:r="http://schemas.openxmlformats.org/officeDocument/2006/relationships" id="2147483653" r:id="Rfbb527d16fc048a2"/>
    <p:sldLayoutId xmlns:r="http://schemas.openxmlformats.org/officeDocument/2006/relationships" id="2147483654" r:id="R082f6cbe3e7247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3ec011455b4223" /><Relationship Type="http://schemas.openxmlformats.org/officeDocument/2006/relationships/notesSlide" Target="/ppt/notesSlides/notesSlide1.xml" Id="R8a8fbc3db73148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84188901af4c70" /><Relationship Type="http://schemas.openxmlformats.org/officeDocument/2006/relationships/notesSlide" Target="/ppt/notesSlides/notesSlide2.xml" Id="R070affe6323f4f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3cade64354c50" /><Relationship Type="http://schemas.openxmlformats.org/officeDocument/2006/relationships/notesSlide" Target="/ppt/notesSlides/notesSlide3.xml" Id="Rc6f0de64c11446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de70cb23346f8" /><Relationship Type="http://schemas.openxmlformats.org/officeDocument/2006/relationships/notesSlide" Target="/ppt/notesSlides/notesSlide4.xml" Id="R104829bb0a9547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31daae1d6d4b9a" /><Relationship Type="http://schemas.openxmlformats.org/officeDocument/2006/relationships/notesSlide" Target="/ppt/notesSlides/notesSlide5.xml" Id="R9e3fc0d1a6f84d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1b766246f14d04" /><Relationship Type="http://schemas.openxmlformats.org/officeDocument/2006/relationships/notesSlide" Target="/ppt/notesSlides/notesSlide6.xml" Id="R77b700b64bba4d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748f2dfa8c44c1" /><Relationship Type="http://schemas.openxmlformats.org/officeDocument/2006/relationships/notesSlide" Target="/ppt/notesSlides/notesSlide7.xml" Id="R5882e64b6f5640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D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83387-BFC3-415E-8C03-7D25F0D1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76556"/>
                </a:solidFill>
                <a:latin typeface="Arial"/>
                <a:ea typeface="Arial"/>
                <a:cs typeface="Arial"/>
              </a:rPr>
              <a:t>Управление заказами мастерской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DC849-7BDA-4BDB-852B-70F6ED96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3427А · 1576 · 1/7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2953F-3E65-4DC4-BEE8-333140B6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Макаров Артем Александрович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897E8-EA85-406F-9701-293508C0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63C46"/>
                </a:solidFill>
                <a:latin typeface="Arial"/>
                <a:ea typeface="Arial"/>
                <a:cs typeface="Arial"/>
              </a:rPr>
              <a:t>4 недели: от заявки до выдачи результата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E4D36-9183-4141-8417-E54F2263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Менеджер · аналитик · 2 разработчика · QA · дизайнер</a:t>
            </a:r>
          </a:p>
          <a:p xmlns:a="http://schemas.openxmlformats.org/drawingml/2006/main">
            <a: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Состав выбран для учебного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10812725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D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6F82B-5504-4A7E-814A-E888E4E3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76556"/>
                </a:solidFill>
                <a:latin typeface="Arial"/>
                <a:ea typeface="Arial"/>
                <a:cs typeface="Arial"/>
              </a:rPr>
              <a:t>Кто отвечает за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5E8F4-C49E-4A8F-8516-EF9010AA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3427А · 1576 · 2/7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732BF-AABF-493B-AD6A-113809654AD0}"/>
              </a:ext>
            </a:extLst>
          </p:cNvPr>
          <p:cNvGraphicFramePr/>
          <p:nvPr/>
        </p:nvGraphicFramePr>
        <p:xfrm>
          <a:off xmlns:a="http://schemas.openxmlformats.org/drawingml/2006/main" x="619125" y="1714500"/>
          <a:ext xmlns:a="http://schemas.openxmlformats.org/drawingml/2006/main" cx="109537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858250"/>
              </a:tblGrid>
              <a:tr h="5851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91440" marR="91440" marT="45720" marB="45720">
                    <a:solidFill>
                      <a:srgbClr val="2765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Ответственность</a:t>
                      </a:r>
                    </a:p>
                  </a:txBody>
                  <a:tcPr marL="91440" marR="91440" marT="45720" marB="45720">
                    <a:solidFill>
                      <a:srgbClr val="276556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Менеджер и согласование приоритетов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D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Аналитик: правила и примеры</a:t>
                      </a:r>
                    </a:p>
                  </a:txBody>
                  <a:tcPr marL="91440" marR="91440" marT="45720" marB="45720">
                    <a:solidFill>
                      <a:srgbClr val="FDFDF9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D1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Backend, API и данные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D2</a:t>
                      </a:r>
                    </a:p>
                  </a:txBody>
                  <a:tcPr marL="91440" marR="91440" marT="45720" marB="45720">
                    <a:solidFill>
                      <a:srgbClr val="FD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Frontend и интеграция</a:t>
                      </a:r>
                    </a:p>
                  </a:txBody>
                  <a:tcPr marL="91440" marR="91440" marT="45720" marB="45720">
                    <a:solidFill>
                      <a:srgbClr val="FDFDF9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Q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Тестирование и регрессия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UX</a:t>
                      </a:r>
                    </a:p>
                  </a:txBody>
                  <a:tcPr marL="91440" marR="91440" marT="45720" marB="45720">
                    <a:solidFill>
                      <a:srgbClr val="FD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Дизайнер: формы и доступность</a:t>
                      </a:r>
                    </a:p>
                  </a:txBody>
                  <a:tcPr marL="91440" marR="91440" marT="45720" marB="45720">
                    <a:solidFill>
                      <a:srgbClr val="FDFD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15470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D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98C9D-5A36-4D9E-A58C-965428A2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76556"/>
                </a:solidFill>
                <a:latin typeface="Arial"/>
                <a:ea typeface="Arial"/>
                <a:cs typeface="Arial"/>
              </a:rPr>
              <a:t>План на четыре недели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294AC-44E1-4B36-A174-57E2EF2E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3427А · 1576 · 3/7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3D197-3CCD-4633-A91C-3F5132C6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85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02–06 ноября: критерии, контракт и прототип</a:t>
            </a:r>
          </a:p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09–13 ноября: первый сквозной сценарий</a:t>
            </a:r>
          </a:p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16–20 ноября: переходы, права и интеграция</a:t>
            </a:r>
          </a:p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23–25 ноября: регрессия и восстановление</a:t>
            </a:r>
          </a:p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26–27 ноября: приёмка и учебный выпуск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E5167-FE25-4AE0-81C2-58C25689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Контрольные точки: согласованные примеры → сохранённая запись</a:t>
            </a:r>
          </a:p>
          <a:p xmlns:a="http://schemas.openxmlformats.org/drawingml/2006/main">
            <a: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→ проверенные отказы → восстановленная копия → принятый сценарий.</a:t>
            </a:r>
          </a:p>
        </p:txBody>
      </p:sp>
    </p:spTree>
    <p:extLst>
      <p:ext uri="{BB962C8B-B14F-4D97-AF65-F5344CB8AC3E}">
        <p14:creationId xmlns:p14="http://schemas.microsoft.com/office/powerpoint/2010/main" val="8196264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D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62043-3FB5-48EA-B86F-DDEB7968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76556"/>
                </a:solidFill>
                <a:latin typeface="Arial"/>
                <a:ea typeface="Arial"/>
                <a:cs typeface="Arial"/>
              </a:rPr>
              <a:t>Kanban: завершение важнее новой карточки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88515-1775-4609-B9A4-6647E301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3427А · 1576 · 4/7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37202-876E-420F-9A6B-8675B9EB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27655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C46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D681F-373C-4217-B429-A701EE63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241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14D82-33AE-4430-8120-A520935D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27655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C46"/>
                </a:solidFill>
                <a:latin typeface="Arial"/>
                <a:ea typeface="Arial"/>
                <a:cs typeface="Arial"/>
              </a:rPr>
              <a:t>Разработка</a:t>
            </a:r>
          </a:p>
          <a:p xmlns:a="http://schemas.openxmlformats.org/drawingml/2006/main">
            <a: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C46"/>
                </a:solidFill>
                <a:latin typeface="Arial"/>
                <a:ea typeface="Arial"/>
                <a:cs typeface="Arial"/>
              </a:rPr>
              <a:t>WIP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71FF2-93A3-44BD-9383-729092C7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DFE14-2687-4B5B-9A42-E19507B0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27655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C46"/>
                </a:solidFill>
                <a:latin typeface="Arial"/>
                <a:ea typeface="Arial"/>
                <a:cs typeface="Arial"/>
              </a:rPr>
              <a:t>Review</a:t>
            </a:r>
          </a:p>
          <a:p xmlns:a="http://schemas.openxmlformats.org/drawingml/2006/main">
            <a: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C46"/>
                </a:solidFill>
                <a:latin typeface="Arial"/>
                <a:ea typeface="Arial"/>
                <a:cs typeface="Arial"/>
              </a:rPr>
              <a:t>WIP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B51EB-C132-43E1-B64D-F58176C1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241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F48F8-AC7D-478F-82FE-D6D2F5E7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907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27655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C46"/>
                </a:solidFill>
                <a:latin typeface="Arial"/>
                <a:ea typeface="Arial"/>
                <a:cs typeface="Arial"/>
              </a:rPr>
              <a:t>Test</a:t>
            </a:r>
          </a:p>
          <a:p xmlns:a="http://schemas.openxmlformats.org/drawingml/2006/main">
            <a: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C46"/>
                </a:solidFill>
                <a:latin typeface="Arial"/>
                <a:ea typeface="Arial"/>
                <a:cs typeface="Arial"/>
              </a:rPr>
              <a:t>WIP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1A92E-4395-4797-B6C9-ED822AEE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629CD-B7EF-4AC6-9F2A-06D86052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907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27655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C46"/>
                </a:solidFill>
                <a:latin typeface="Arial"/>
                <a:ea typeface="Arial"/>
                <a:cs typeface="Arial"/>
              </a:rPr>
              <a:t>Приёмка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E9DBB-C57A-4D9B-A348-2E6DC8F6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Причина выбора: разная длительность задач и зависимости.</a:t>
            </a:r>
          </a:p>
          <a:p xmlns:a="http://schemas.openxmlformats.org/drawingml/2006/main">
            <a: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Блокировка остаётся в лимите незавершённой работы.</a:t>
            </a:r>
          </a:p>
          <a:p xmlns:a="http://schemas.openxmlformats.org/drawingml/2006/main">
            <a: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При заполненном следующем этапе команда помогает завершению.</a:t>
            </a:r>
          </a:p>
        </p:txBody>
      </p:sp>
    </p:spTree>
    <p:extLst>
      <p:ext uri="{BB962C8B-B14F-4D97-AF65-F5344CB8AC3E}">
        <p14:creationId xmlns:p14="http://schemas.microsoft.com/office/powerpoint/2010/main" val="1678452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D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C9459-1E3F-4DE1-AE58-89AD578B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76556"/>
                </a:solidFill>
                <a:latin typeface="Arial"/>
                <a:ea typeface="Arial"/>
                <a:cs typeface="Arial"/>
              </a:rPr>
              <a:t>Связь, отчётность и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4FECE-B6AC-4487-ACF1-DDF65645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3427А · 1576 · 5/7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50E0D-0EBF-417A-989C-0241FA9E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763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Ежедневно 10:15: 10 минут о препятствиях</a:t>
            </a:r>
          </a:p>
          <a:p xmlns:a="http://schemas.openxmlformats.org/drawingml/2006/main">
            <a: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Вт/чт: 25 минут уточнения карточек</a:t>
            </a:r>
          </a:p>
          <a:p xmlns:a="http://schemas.openxmlformats.org/drawingml/2006/main">
            <a: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Пятница: 40 минут демонстрации и 20 минут разбора</a:t>
            </a:r>
          </a:p>
          <a:p xmlns:a="http://schemas.openxmlformats.org/drawingml/2006/main">
            <a: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Решение из чата сохраняется в задаче или ADR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0022A-BF54-4DD5-9936-D4895A56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Отчёт: завершённые сценарии, возраст задач, дефекты и прогноз.</a:t>
            </a:r>
          </a:p>
          <a:p xmlns:a="http://schemas.openxmlformats.org/drawingml/2006/main">
            <a: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Коммиты и строки кода не используются для рейтинга людей.</a:t>
            </a:r>
          </a:p>
        </p:txBody>
      </p:sp>
    </p:spTree>
    <p:extLst>
      <p:ext uri="{BB962C8B-B14F-4D97-AF65-F5344CB8AC3E}">
        <p14:creationId xmlns:p14="http://schemas.microsoft.com/office/powerpoint/2010/main" val="5500646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D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59A92-2C1B-4410-84A2-1421E95C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76556"/>
                </a:solidFill>
                <a:latin typeface="Arial"/>
                <a:ea typeface="Arial"/>
                <a:cs typeface="Arial"/>
              </a:rPr>
              <a:t>Качество кода и готовность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DCE62-A004-4823-A30F-03A351EE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3427А · 1576 · 6/7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1A5AC-5DC5-4792-AED8-16445920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PEP 8: 4 пробела, snake_case, явные импорты</a:t>
            </a:r>
          </a:p>
          <a:p xmlns:a="http://schemas.openxmlformats.org/drawingml/2006/main">
            <a: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flake8 проверяет стиль, тесты проверяют смысл.</a:t>
            </a:r>
          </a:p>
          <a:p xmlns:a="http://schemas.openxmlformats.org/drawingml/2006/main">
            <a: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Короткая ветка → PR → независимый review → CI</a:t>
            </a:r>
          </a:p>
          <a:p xmlns:a="http://schemas.openxmlformats.org/drawingml/2006/main">
            <a: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Done: критерии, тесты, документация и проверка отката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9C2E8-EB04-4942-A81B-CFAE694B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Правила здесь предложены для команды.</a:t>
            </a:r>
          </a:p>
          <a:p xmlns:a="http://schemas.openxmlformats.org/drawingml/2006/main">
            <a: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Настройка защиты GitHub-ветки не заявляется.</a:t>
            </a:r>
          </a:p>
        </p:txBody>
      </p:sp>
    </p:spTree>
    <p:extLst>
      <p:ext uri="{BB962C8B-B14F-4D97-AF65-F5344CB8AC3E}">
        <p14:creationId xmlns:p14="http://schemas.microsoft.com/office/powerpoint/2010/main" val="16072789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D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02929-41D6-470B-908D-A63854FD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76556"/>
                </a:solidFill>
                <a:latin typeface="Arial"/>
                <a:ea typeface="Arial"/>
                <a:cs typeface="Arial"/>
              </a:rPr>
              <a:t>Риски и реакция команды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CAF27-FC37-45F2-8AD7-FF64D1C1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3427А · 1576 · 7/7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FBAC7-3326-4479-BFF2-DB0E1618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Очередь QA: помочь тестированию до новой работы</a:t>
            </a:r>
          </a:p>
          <a:p xmlns:a="http://schemas.openxmlformats.org/drawingml/2006/main">
            <a: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Неясное правило: согласовать пример до реализации</a:t>
            </a:r>
          </a:p>
          <a:p xmlns:a="http://schemas.openxmlformats.org/drawingml/2006/main">
            <a: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Ошибка миграции: остановить выпуск и проверить откат</a:t>
            </a:r>
          </a:p>
          <a:p xmlns:a="http://schemas.openxmlformats.org/drawingml/2006/main">
            <a: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Один владелец знаний: парная работа и ротация review</a:t>
            </a:r>
          </a:p>
          <a:p xmlns:a="http://schemas.openxmlformats.org/drawingml/2006/main">
            <a: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Спор: критерии, варианты, ограниченный эксперимент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25F93-9941-468E-AB13-9072B42F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Плановый результат — проверенный сквозной сценарий.</a:t>
            </a:r>
          </a:p>
          <a:p xmlns:a="http://schemas.openxmlformats.org/drawingml/2006/main">
            <a: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Эффект организации работы ещё не измерялся.</a:t>
            </a:r>
          </a:p>
        </p:txBody>
      </p:sp>
    </p:spTree>
    <p:extLst>
      <p:ext uri="{BB962C8B-B14F-4D97-AF65-F5344CB8AC3E}">
        <p14:creationId xmlns:p14="http://schemas.microsoft.com/office/powerpoint/2010/main" val="19685665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2026-10-29T19:54:26.8560000Z</dcterms:created>
  <dcterms:modified xsi:type="dcterms:W3CDTF">2026-10-29T19:54:26.8560000Z</dcterms:modified>
</coreProperties>
</file>